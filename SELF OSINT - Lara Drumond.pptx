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oxima Nova Bold" charset="1" panose="02000506030000020004"/>
      <p:regular r:id="rId16"/>
    </p:embeddedFont>
    <p:embeddedFont>
      <p:font typeface="Nunito" charset="1" panose="00000000000000000000"/>
      <p:regular r:id="rId17"/>
    </p:embeddedFont>
    <p:embeddedFont>
      <p:font typeface="Open Sans" charset="1" panose="020B0606030504020204"/>
      <p:regular r:id="rId18"/>
    </p:embeddedFont>
    <p:embeddedFont>
      <p:font typeface="Nunito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05555" y="1907963"/>
            <a:ext cx="16476890" cy="259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12"/>
              </a:lnSpc>
            </a:pPr>
            <a:r>
              <a:rPr lang="en-US" b="true" sz="15223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</a:t>
            </a:r>
            <a:r>
              <a:rPr lang="en-US" b="true" sz="15223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ELF OSINT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143500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226862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Lara Drumond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0469" y="4130933"/>
            <a:ext cx="12447062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onscientização Digital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76420"/>
            <a:ext cx="15557067" cy="246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7"/>
              </a:lnSpc>
            </a:pPr>
            <a:r>
              <a:rPr lang="en-US" sz="7119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QUEM É VOCÊ NA INTERNET QUANDO NÃO ESTÁ OLHANDO?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67326"/>
            <a:ext cx="13300515" cy="386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3"/>
              </a:lnSpc>
            </a:pPr>
            <a:r>
              <a:rPr lang="en-US" sz="3680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 que é Self OSINT? </a:t>
            </a:r>
          </a:p>
          <a:p>
            <a:pPr algn="just">
              <a:lnSpc>
                <a:spcPts val="5153"/>
              </a:lnSpc>
            </a:pPr>
            <a:r>
              <a:rPr lang="en-US" sz="3680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Open Source Intelligence (Inteligência de Fontes Abertas)</a:t>
            </a:r>
          </a:p>
          <a:p>
            <a:pPr algn="just">
              <a:lnSpc>
                <a:spcPts val="5153"/>
              </a:lnSpc>
            </a:pPr>
            <a:r>
              <a:rPr lang="en-US" sz="368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É o ato de investigar a si mesmo para entender o que um criminoso pode descobrir sobre você.</a:t>
            </a:r>
          </a:p>
          <a:p>
            <a:pPr algn="just">
              <a:lnSpc>
                <a:spcPts val="5153"/>
              </a:lnSpc>
            </a:pPr>
            <a:r>
              <a:rPr lang="en-US" sz="368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90% das informações para um ataque de engenharia social estão disponíveis publicamente.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1372" y="1708337"/>
            <a:ext cx="10117768" cy="32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9"/>
              </a:lnSpc>
            </a:pPr>
            <a:r>
              <a:rPr lang="en-US" b="true" sz="92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ONDE DEIXAMOS RASTROS?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8953" y="5728970"/>
            <a:ext cx="498689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Ativos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(O que você posta): Redes sociais, comentários, check-ins.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799848" y="5728970"/>
            <a:ext cx="4986899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Passivos 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(O que coletam de você): * Metadados: Localização escondida em fotos (Exif).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9267" y="5786120"/>
            <a:ext cx="840118" cy="84011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59705" y="5786120"/>
            <a:ext cx="840118" cy="8401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39402" y="59369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09840" y="5936939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870599" y="1239979"/>
            <a:ext cx="8546802" cy="146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b="true" sz="8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GOOGLE DORKS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1281" y="3607637"/>
            <a:ext cx="11693587" cy="659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Demonstração Prática 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"Seu Nome Completo" (Busca exata).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site:instagram.com "seu_usuario"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filetype:pdf "seu nome" (Acha documentos oficiais).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fil</a:t>
            </a: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etype:pdf "Seu Nome Completo"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filetype:xlsx "Seu Nome Completo"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filetype:docx "Seu Nome Completo"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site:instagram.com "Seu Nome"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site:facebook.com "Seu Nome" "Cidade onde mora"</a:t>
            </a:r>
          </a:p>
          <a:p>
            <a:pPr algn="l" marL="690268" indent="-345134" lvl="1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site:linkedin.com/in/ "Seu Nome"</a:t>
            </a:r>
          </a:p>
          <a:p>
            <a:pPr algn="l">
              <a:lnSpc>
                <a:spcPts val="3916"/>
              </a:lnSpc>
            </a:pPr>
          </a:p>
          <a:p>
            <a:pPr algn="l">
              <a:lnSpc>
                <a:spcPts val="391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89267" y="4802355"/>
            <a:ext cx="2975523" cy="2753712"/>
          </a:xfrm>
          <a:custGeom>
            <a:avLst/>
            <a:gdLst/>
            <a:ahLst/>
            <a:cxnLst/>
            <a:rect r="r" b="b" t="t" l="l"/>
            <a:pathLst>
              <a:path h="2753712" w="2975523">
                <a:moveTo>
                  <a:pt x="0" y="0"/>
                </a:moveTo>
                <a:lnTo>
                  <a:pt x="2975523" y="0"/>
                </a:lnTo>
                <a:lnTo>
                  <a:pt x="2975523" y="2753712"/>
                </a:lnTo>
                <a:lnTo>
                  <a:pt x="0" y="2753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0599" y="1230454"/>
            <a:ext cx="85468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FERRAMETAS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70599" y="3636537"/>
            <a:ext cx="11715168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Have I Been Pwned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consulta bancos de dados de vazamentos que já aconteceram.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Sherlock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a ferramenta varre centenas de redes sociais para ver onde esse nome de usuário está cadastrado.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Google Lens / Yandex Images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(Busca Reversa) - fotos carregam muita informação.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Shodan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- O Shodan varre a internet em busca de IPs que respondem em portas comuns de vídeo.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08667" y="1472347"/>
            <a:ext cx="12128134" cy="110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9"/>
              </a:lnSpc>
            </a:pPr>
            <a:r>
              <a:rPr lang="en-US" b="true" sz="652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PRIVACIDADE &gt; LOCALIZAÇÃO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47048" y="3082239"/>
            <a:ext cx="10189752" cy="2757450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99875" y="3432788"/>
            <a:ext cx="9212114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Quem sabe onde você está agora?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Um rastreador de alta precisão no bolso sem questionar para onde esses dados viajam. </a:t>
            </a:r>
          </a:p>
          <a:p>
            <a:pPr algn="just">
              <a:lnSpc>
                <a:spcPts val="391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2651199" y="3066253"/>
            <a:ext cx="2550037" cy="2757450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136227" y="3603714"/>
            <a:ext cx="15799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447048" y="6208101"/>
            <a:ext cx="10189752" cy="2757450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935867" y="6326986"/>
            <a:ext cx="921211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Metadados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Cada imagem tirada carrega uma bagagem oculta de dados técnicos: os Metadados. O risco real não é a foto em si, mas as coordenadas de GPS de precisão que o sensor da câmera embutiu no arquivo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651199" y="6192114"/>
            <a:ext cx="2550037" cy="2757450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136227" y="6729576"/>
            <a:ext cx="157998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765071" y="1198487"/>
            <a:ext cx="11509797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SUA SOMBRA DIGITAL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233" y="4596765"/>
            <a:ext cx="15296500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Não vamos falar de hackers de filme, vamos falar de como a nossa rotina entrega nossos dados de bandeja.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90% das informações que um criminoso precisa estão disponíveis legalmente.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Nós somos nossos maiores informantes.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 está no Google, não é mais segredo.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33188" y="430354"/>
            <a:ext cx="12086638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 ANATOMIA DO RASTRO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546186" y="3635902"/>
            <a:ext cx="5195025" cy="4803941"/>
            <a:chOff x="0" y="0"/>
            <a:chExt cx="1368237" cy="12652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47688" y="0"/>
                  </a:moveTo>
                  <a:lnTo>
                    <a:pt x="1320549" y="0"/>
                  </a:lnTo>
                  <a:cubicBezTo>
                    <a:pt x="1346886" y="0"/>
                    <a:pt x="1368237" y="21351"/>
                    <a:pt x="1368237" y="47688"/>
                  </a:cubicBezTo>
                  <a:lnTo>
                    <a:pt x="1368237" y="1217547"/>
                  </a:lnTo>
                  <a:cubicBezTo>
                    <a:pt x="1368237" y="1230195"/>
                    <a:pt x="1363213" y="1242325"/>
                    <a:pt x="1354270" y="1251268"/>
                  </a:cubicBezTo>
                  <a:cubicBezTo>
                    <a:pt x="1345326" y="1260211"/>
                    <a:pt x="1333197" y="1265236"/>
                    <a:pt x="1320549" y="1265236"/>
                  </a:cubicBezTo>
                  <a:lnTo>
                    <a:pt x="47688" y="1265236"/>
                  </a:lnTo>
                  <a:cubicBezTo>
                    <a:pt x="35041" y="1265236"/>
                    <a:pt x="22911" y="1260211"/>
                    <a:pt x="13968" y="1251268"/>
                  </a:cubicBezTo>
                  <a:cubicBezTo>
                    <a:pt x="5024" y="1242325"/>
                    <a:pt x="0" y="1230195"/>
                    <a:pt x="0" y="1217547"/>
                  </a:cubicBezTo>
                  <a:lnTo>
                    <a:pt x="0" y="47688"/>
                  </a:lnTo>
                  <a:cubicBezTo>
                    <a:pt x="0" y="21351"/>
                    <a:pt x="21351" y="0"/>
                    <a:pt x="4768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82605" y="3660637"/>
            <a:ext cx="1050583" cy="105058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485128" y="3591960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918465" y="4035083"/>
            <a:ext cx="4450467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Pegada Digital Ativa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Posts e Comentários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Curtidas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Interações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Cadastro em sites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Check-ins e Localização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Currículos Online 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10369" y="3635902"/>
            <a:ext cx="5195025" cy="4803941"/>
            <a:chOff x="0" y="0"/>
            <a:chExt cx="1368237" cy="12652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47688" y="0"/>
                  </a:moveTo>
                  <a:lnTo>
                    <a:pt x="1320549" y="0"/>
                  </a:lnTo>
                  <a:cubicBezTo>
                    <a:pt x="1346886" y="0"/>
                    <a:pt x="1368237" y="21351"/>
                    <a:pt x="1368237" y="47688"/>
                  </a:cubicBezTo>
                  <a:lnTo>
                    <a:pt x="1368237" y="1217547"/>
                  </a:lnTo>
                  <a:cubicBezTo>
                    <a:pt x="1368237" y="1230195"/>
                    <a:pt x="1363213" y="1242325"/>
                    <a:pt x="1354270" y="1251268"/>
                  </a:cubicBezTo>
                  <a:cubicBezTo>
                    <a:pt x="1345326" y="1260211"/>
                    <a:pt x="1333197" y="1265236"/>
                    <a:pt x="1320549" y="1265236"/>
                  </a:cubicBezTo>
                  <a:lnTo>
                    <a:pt x="47688" y="1265236"/>
                  </a:lnTo>
                  <a:cubicBezTo>
                    <a:pt x="35041" y="1265236"/>
                    <a:pt x="22911" y="1260211"/>
                    <a:pt x="13968" y="1251268"/>
                  </a:cubicBezTo>
                  <a:cubicBezTo>
                    <a:pt x="5024" y="1242325"/>
                    <a:pt x="0" y="1230195"/>
                    <a:pt x="0" y="1217547"/>
                  </a:cubicBezTo>
                  <a:lnTo>
                    <a:pt x="0" y="47688"/>
                  </a:lnTo>
                  <a:cubicBezTo>
                    <a:pt x="0" y="21351"/>
                    <a:pt x="21351" y="0"/>
                    <a:pt x="4768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46789" y="3660637"/>
            <a:ext cx="1050583" cy="105058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749311" y="3591960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8" y="0"/>
                </a:lnTo>
                <a:lnTo>
                  <a:pt x="645538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182648" y="4035083"/>
            <a:ext cx="4450467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Pegada Digital Passiva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Vazamentos de Dados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Met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adados de Fotos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Agregador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 de Dados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Endereço de IP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Geolocalização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Cookies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63579" y="1521106"/>
            <a:ext cx="1116084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BLINDAGEM DIGITAL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63579" y="3635656"/>
            <a:ext cx="11771015" cy="28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1240" indent="-355620" lvl="1">
              <a:lnSpc>
                <a:spcPts val="4612"/>
              </a:lnSpc>
              <a:buFont typeface="Arial"/>
              <a:buChar char="•"/>
            </a:pPr>
            <a:r>
              <a:rPr lang="en-US" sz="32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2FA: Ativar Autenticação de 2 Fatores em tudo</a:t>
            </a:r>
          </a:p>
          <a:p>
            <a:pPr algn="l" marL="711240" indent="-355620" lvl="1">
              <a:lnSpc>
                <a:spcPts val="4612"/>
              </a:lnSpc>
              <a:buFont typeface="Arial"/>
              <a:buChar char="•"/>
            </a:pPr>
            <a:r>
              <a:rPr lang="en-US" sz="32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 Autenticador</a:t>
            </a:r>
          </a:p>
          <a:p>
            <a:pPr algn="l" marL="711240" indent="-355620" lvl="1">
              <a:lnSpc>
                <a:spcPts val="4612"/>
              </a:lnSpc>
              <a:buFont typeface="Arial"/>
              <a:buChar char="•"/>
            </a:pPr>
            <a:r>
              <a:rPr lang="en-US" sz="32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Usar Gerenciador de Senhas (parar de repetir a mesma).</a:t>
            </a:r>
          </a:p>
          <a:p>
            <a:pPr algn="l" marL="711240" indent="-355620" lvl="1">
              <a:lnSpc>
                <a:spcPts val="4612"/>
              </a:lnSpc>
              <a:buFont typeface="Arial"/>
              <a:buChar char="•"/>
            </a:pPr>
            <a:r>
              <a:rPr lang="en-US" sz="32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Google Alerts: Criar alertas para seu nome/CPF.</a:t>
            </a:r>
          </a:p>
          <a:p>
            <a:pPr algn="l" marL="711240" indent="-355620" lvl="1">
              <a:lnSpc>
                <a:spcPts val="4612"/>
              </a:lnSpc>
              <a:buFont typeface="Arial"/>
              <a:buChar char="•"/>
            </a:pPr>
            <a:r>
              <a:rPr lang="en-US" sz="329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Limpeza: Deletar contas antigas e apps não utilizados.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3569" y="2324952"/>
            <a:ext cx="17300863" cy="447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6"/>
              </a:lnSpc>
            </a:pPr>
            <a:r>
              <a:rPr lang="en-US" b="true" sz="8526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 PRIVACIDADE NÃO É SOBRE TER ALGO A ESCONDER, É SOBRE TER ALGO A PROTEGER!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DAHGFFb9oPg</dc:identifier>
  <dcterms:modified xsi:type="dcterms:W3CDTF">2011-08-01T06:04:30Z</dcterms:modified>
  <cp:revision>1</cp:revision>
  <dc:title>Grey Black Minimalist Simple Project Presentation</dc:title>
</cp:coreProperties>
</file>